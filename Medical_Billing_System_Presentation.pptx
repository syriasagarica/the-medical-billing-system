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Medical Billing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Mini Project</a:t>
            </a:r>
          </a:p>
          <a:p>
            <a:r>
              <a:t>Automated, Insurance-Aware Billing Tracker</a:t>
            </a:r>
          </a:p>
          <a:p/>
          <a:p>
            <a:r>
              <a:t>Presented by: Thurkarigari Kavitha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Manual billing is slow and error-prone.</a:t>
            </a:r>
            <a:br/>
            <a:r>
              <a:t>• Difficult to manage patient bills.</a:t>
            </a:r>
            <a:br/>
            <a:r>
              <a:t>• Insurance calculations are done manually.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Automates billing process.</a:t>
            </a:r>
            <a:br/>
            <a:r>
              <a:t>• Calculates consultation, room and medication charges.</a:t>
            </a:r>
            <a:br/>
            <a:r>
              <a:t>• Automatically computes insurance payment.</a:t>
            </a:r>
            <a:br/>
            <a:r>
              <a:t>• Saves reports to 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Reduce manual work</a:t>
            </a:r>
            <a:br/>
            <a:r>
              <a:t>• Improve billing accuracy</a:t>
            </a:r>
            <a:br/>
            <a:r>
              <a:t>• Save patient records</a:t>
            </a:r>
            <a:br/>
            <a:r>
              <a:t>• Generate billing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Python</a:t>
            </a:r>
            <a:br/>
            <a:r>
              <a:t>• Object-Oriented Programming</a:t>
            </a:r>
            <a:br/>
            <a:r>
              <a:t>• CSV Module</a:t>
            </a:r>
            <a:br/>
            <a:r>
              <a:t>• File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Enter patient details</a:t>
            </a:r>
            <a:br/>
            <a:r>
              <a:t>2. Add consultation</a:t>
            </a:r>
            <a:br/>
            <a:r>
              <a:t>3. Add room charges</a:t>
            </a:r>
            <a:br/>
            <a:r>
              <a:t>4. Add medication</a:t>
            </a:r>
            <a:br/>
            <a:r>
              <a:t>5. Calculate insurance</a:t>
            </a:r>
            <a:br/>
            <a:r>
              <a:t>6. Generate bill</a:t>
            </a:r>
            <a:br/>
            <a:r>
              <a:t>7. Save 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BillingItem</a:t>
            </a:r>
            <a:br/>
            <a:r>
              <a:t>Consultation</a:t>
            </a:r>
            <a:br/>
            <a:r>
              <a:t>RoomCharge</a:t>
            </a:r>
            <a:br/>
            <a:r>
              <a:t>Medication</a:t>
            </a:r>
            <a:br/>
            <a:r>
              <a:t>Patient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Automatic Billing</a:t>
            </a:r>
            <a:br/>
            <a:r>
              <a:t>• Insurance Support (80%)</a:t>
            </a:r>
            <a:br/>
            <a:r>
              <a:t>• Billing Breakdown</a:t>
            </a:r>
            <a:br/>
            <a:r>
              <a:t>• CSV Report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GUI with Tkinter</a:t>
            </a:r>
            <a:br/>
            <a:r>
              <a:t>• Database Integration</a:t>
            </a:r>
            <a:br/>
            <a:r>
              <a:t>• PDF Bills</a:t>
            </a:r>
            <a:br/>
            <a:r>
              <a:t>• Online Payments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project automates medical billing, reduces errors, saves time, and improves record management.</a:t>
            </a:r>
            <a:br/>
            <a:br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